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1 · ⟨Konsep Dasar⟩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1 · ⟨Konsep Dasar⟩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1 · ⟨Konsep Dasar⟩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2 · ⟨Pembahasan⟩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2 · ⟨Pembahasan⟩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2 · ⟨Pembahasan⟩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3 · ⟨Penutup⟩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3 · ⟨Penutup⟩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3 · ⟨Penutup⟩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— ⟨tulis catatan pembicara di sini⟩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3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mawar" descr="s01-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71500"/>
            <a:ext cx="5715000" cy="5715000"/>
          </a:xfrm>
          <a:prstGeom prst="rect">
            <a:avLst/>
          </a:prstGeom>
        </p:spPr>
      </p:pic>
      <p:sp>
        <p:nvSpPr>
          <p:cNvPr id="4" name="!!kartu-utama"/>
          <p:cNvSpPr/>
          <p:nvPr/>
        </p:nvSpPr>
        <p:spPr>
          <a:xfrm>
            <a:off x="6540500" y="1397000"/>
            <a:ext cx="4889500" cy="4064000"/>
          </a:xfrm>
          <a:prstGeom prst="roundRect">
            <a:avLst>
              <a:gd name="adj" fmla="val 6875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sampul-pil-pil"/>
          <p:cNvSpPr/>
          <p:nvPr/>
        </p:nvSpPr>
        <p:spPr>
          <a:xfrm>
            <a:off x="6921500" y="1765300"/>
            <a:ext cx="2832795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ampul-pil"/>
          <p:cNvSpPr txBox="1"/>
          <p:nvPr/>
        </p:nvSpPr>
        <p:spPr>
          <a:xfrm>
            <a:off x="6921500" y="1765300"/>
            <a:ext cx="2832795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8E2BC0"/>
                </a:solidFill>
                <a:latin typeface="Segoe UI"/>
              </a:rPr>
              <a:t>PRESENTASI KELOMPOK ⟨NO.⟩</a:t>
            </a:r>
          </a:p>
        </p:txBody>
      </p:sp>
      <p:sp>
        <p:nvSpPr>
          <p:cNvPr id="7" name="!!judul-utama"/>
          <p:cNvSpPr txBox="1"/>
          <p:nvPr/>
        </p:nvSpPr>
        <p:spPr>
          <a:xfrm>
            <a:off x="6921500" y="2311400"/>
            <a:ext cx="4127500" cy="1010245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000"/>
              </a:lnSpc>
            </a:pPr>
            <a:r>
              <a:rPr sz="3900" b="1" i="0" spc="-98">
                <a:solidFill>
                  <a:srgbClr val="261040"/>
                </a:solidFill>
                <a:latin typeface="Segoe UI"/>
              </a:rPr>
              <a:t>⟨Judul Materi Presentasi⟩</a:t>
            </a:r>
          </a:p>
        </p:txBody>
      </p:sp>
      <p:pic>
        <p:nvPicPr>
          <p:cNvPr id="8" name="Picture 7" descr="s01-k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3537545"/>
            <a:ext cx="952500" cy="38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21500" y="3766145"/>
            <a:ext cx="4127500" cy="306487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261040"/>
                </a:solidFill>
                <a:latin typeface="Segoe UI"/>
              </a:rPr>
              <a:t>⟨Nama Mata Kuliah · Kode⟩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1500" y="4123432"/>
            <a:ext cx="4127500" cy="23108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47305F"/>
                </a:solidFill>
                <a:latin typeface="Segoe UI"/>
              </a:rPr>
              <a:t>Tutor: ⟨Nama Tutor⟩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1500" y="4519612"/>
            <a:ext cx="4127500" cy="20439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47305F"/>
                </a:solidFill>
                <a:latin typeface="Segoe UI"/>
              </a:rPr>
              <a:t>Universitas Terbuka · ⟨UT Daerah⟩ · Masa ⟨2026.2⟩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2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3968948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02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2686248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8E2BC0"/>
                </a:solidFill>
                <a:latin typeface="Segoe UI"/>
              </a:rPr>
              <a:t>IDENTITAS KELOMPOK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2686248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261040"/>
                </a:solidFill>
                <a:latin typeface="Segoe UI"/>
              </a:rPr>
              <a:t>Kelompok ⟨No.⟩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6479" y="660400"/>
            <a:ext cx="3883521" cy="4699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62379" y="779760"/>
            <a:ext cx="3451721" cy="23108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261040"/>
                </a:solidFill>
                <a:latin typeface="Segoe UI"/>
              </a:rPr>
              <a:t>⟨Nama Mata Kuliah⟩ · Tutor ⟨Nama Tutor⟩</a:t>
            </a:r>
          </a:p>
        </p:txBody>
      </p:sp>
      <p:sp>
        <p:nvSpPr>
          <p:cNvPr id="9" name="!!ubin-1"/>
          <p:cNvSpPr/>
          <p:nvPr/>
        </p:nvSpPr>
        <p:spPr>
          <a:xfrm>
            <a:off x="1079500" y="2444750"/>
            <a:ext cx="3175000" cy="12065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02-k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679700"/>
            <a:ext cx="736600" cy="736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09800" y="2681684"/>
            <a:ext cx="1828800" cy="47228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50"/>
              </a:lnSpc>
            </a:pPr>
            <a:r>
              <a:rPr sz="1550" b="1" i="0">
                <a:solidFill>
                  <a:srgbClr val="261040"/>
                </a:solidFill>
                <a:latin typeface="Segoe UI"/>
              </a:rPr>
              <a:t>⟨Nama Anggota 1⟩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800" y="3192066"/>
            <a:ext cx="1828800" cy="22225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200" b="0" i="0" spc="72">
                <a:solidFill>
                  <a:srgbClr val="47305F"/>
                </a:solidFill>
                <a:latin typeface="Segoe UI"/>
              </a:rPr>
              <a:t>NIM ⟨000000001⟩</a:t>
            </a:r>
          </a:p>
        </p:txBody>
      </p:sp>
      <p:sp>
        <p:nvSpPr>
          <p:cNvPr id="13" name="!!ubin-2"/>
          <p:cNvSpPr/>
          <p:nvPr/>
        </p:nvSpPr>
        <p:spPr>
          <a:xfrm>
            <a:off x="4508500" y="2444750"/>
            <a:ext cx="3175000" cy="12065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s02-k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2679700"/>
            <a:ext cx="736600" cy="736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8800" y="2681684"/>
            <a:ext cx="1828800" cy="47228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50"/>
              </a:lnSpc>
            </a:pPr>
            <a:r>
              <a:rPr sz="1550" b="1" i="0">
                <a:solidFill>
                  <a:srgbClr val="261040"/>
                </a:solidFill>
                <a:latin typeface="Segoe UI"/>
              </a:rPr>
              <a:t>⟨Nama Anggota 2⟩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8800" y="3192066"/>
            <a:ext cx="1828800" cy="22225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200" b="0" i="0" spc="72">
                <a:solidFill>
                  <a:srgbClr val="47305F"/>
                </a:solidFill>
                <a:latin typeface="Segoe UI"/>
              </a:rPr>
              <a:t>NIM ⟨000000002⟩</a:t>
            </a:r>
          </a:p>
        </p:txBody>
      </p:sp>
      <p:sp>
        <p:nvSpPr>
          <p:cNvPr id="17" name="!!ubin-3"/>
          <p:cNvSpPr/>
          <p:nvPr/>
        </p:nvSpPr>
        <p:spPr>
          <a:xfrm>
            <a:off x="7937500" y="2444750"/>
            <a:ext cx="3175000" cy="12065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02-k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2679700"/>
            <a:ext cx="736600" cy="736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7800" y="2681684"/>
            <a:ext cx="1828800" cy="47228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50"/>
              </a:lnSpc>
            </a:pPr>
            <a:r>
              <a:rPr sz="1550" b="1" i="0">
                <a:solidFill>
                  <a:srgbClr val="261040"/>
                </a:solidFill>
                <a:latin typeface="Segoe UI"/>
              </a:rPr>
              <a:t>⟨Nama Anggota 3⟩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0" y="3192066"/>
            <a:ext cx="1828800" cy="22225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200" b="0" i="0" spc="72">
                <a:solidFill>
                  <a:srgbClr val="47305F"/>
                </a:solidFill>
                <a:latin typeface="Segoe UI"/>
              </a:rPr>
              <a:t>NIM ⟨000000003⟩</a:t>
            </a:r>
          </a:p>
        </p:txBody>
      </p:sp>
      <p:sp>
        <p:nvSpPr>
          <p:cNvPr id="21" name="!!ubin-4"/>
          <p:cNvSpPr/>
          <p:nvPr/>
        </p:nvSpPr>
        <p:spPr>
          <a:xfrm>
            <a:off x="2794000" y="3968750"/>
            <a:ext cx="3175000" cy="12065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02-k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900" y="4203700"/>
            <a:ext cx="736600" cy="736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24300" y="4205684"/>
            <a:ext cx="1828800" cy="47228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50"/>
              </a:lnSpc>
            </a:pPr>
            <a:r>
              <a:rPr sz="1550" b="1" i="0">
                <a:solidFill>
                  <a:srgbClr val="261040"/>
                </a:solidFill>
                <a:latin typeface="Segoe UI"/>
              </a:rPr>
              <a:t>⟨Nama Anggota 4⟩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4300" y="4716066"/>
            <a:ext cx="1828800" cy="22225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200" b="0" i="0" spc="72">
                <a:solidFill>
                  <a:srgbClr val="47305F"/>
                </a:solidFill>
                <a:latin typeface="Segoe UI"/>
              </a:rPr>
              <a:t>NIM ⟨000000004⟩</a:t>
            </a:r>
          </a:p>
        </p:txBody>
      </p:sp>
      <p:sp>
        <p:nvSpPr>
          <p:cNvPr id="25" name="!!ubin-5"/>
          <p:cNvSpPr/>
          <p:nvPr/>
        </p:nvSpPr>
        <p:spPr>
          <a:xfrm>
            <a:off x="6223000" y="3968750"/>
            <a:ext cx="3175000" cy="12065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s02-k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4203700"/>
            <a:ext cx="736600" cy="736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53300" y="4205684"/>
            <a:ext cx="1828800" cy="47228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50"/>
              </a:lnSpc>
            </a:pPr>
            <a:r>
              <a:rPr sz="1550" b="1" i="0">
                <a:solidFill>
                  <a:srgbClr val="261040"/>
                </a:solidFill>
                <a:latin typeface="Segoe UI"/>
              </a:rPr>
              <a:t>⟨Nama Anggota 5⟩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3300" y="4716066"/>
            <a:ext cx="1828800" cy="22225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200" b="0" i="0" spc="72">
                <a:solidFill>
                  <a:srgbClr val="47305F"/>
                </a:solidFill>
                <a:latin typeface="Segoe UI"/>
              </a:rPr>
              <a:t>NIM ⟨000000005⟩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3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4843859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02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3561159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8E2BC0"/>
                </a:solidFill>
                <a:latin typeface="Segoe UI"/>
              </a:rPr>
              <a:t>AGENDA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3561159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261040"/>
                </a:solidFill>
                <a:latin typeface="Segoe UI"/>
              </a:rPr>
              <a:t>Alur presentasi kami</a:t>
            </a:r>
          </a:p>
        </p:txBody>
      </p:sp>
      <p:pic>
        <p:nvPicPr>
          <p:cNvPr id="7" name="!!kartu-b1" descr="s03-k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50" y="1841500"/>
            <a:ext cx="2519680" cy="3543300"/>
          </a:xfrm>
          <a:prstGeom prst="rect">
            <a:avLst/>
          </a:prstGeom>
        </p:spPr>
      </p:pic>
      <p:pic>
        <p:nvPicPr>
          <p:cNvPr id="8" name="!!kartu-b2" descr="s03-k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1841500"/>
            <a:ext cx="2519680" cy="3543300"/>
          </a:xfrm>
          <a:prstGeom prst="rect">
            <a:avLst/>
          </a:prstGeom>
        </p:spPr>
      </p:pic>
      <p:pic>
        <p:nvPicPr>
          <p:cNvPr id="9" name="!!kartu-b3" descr="s03-k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650" y="1841500"/>
            <a:ext cx="2519680" cy="3543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4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kartu-b1" descr="s04-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603250"/>
            <a:ext cx="3901440" cy="5486400"/>
          </a:xfrm>
          <a:prstGeom prst="rect">
            <a:avLst/>
          </a:prstGeom>
        </p:spPr>
      </p:pic>
      <p:sp>
        <p:nvSpPr>
          <p:cNvPr id="4" name="!!kartu-utama"/>
          <p:cNvSpPr/>
          <p:nvPr/>
        </p:nvSpPr>
        <p:spPr>
          <a:xfrm>
            <a:off x="5842000" y="1524000"/>
            <a:ext cx="5461000" cy="3810000"/>
          </a:xfrm>
          <a:prstGeom prst="roundRect">
            <a:avLst>
              <a:gd name="adj" fmla="val 7333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sampul-pil-pil"/>
          <p:cNvSpPr/>
          <p:nvPr/>
        </p:nvSpPr>
        <p:spPr>
          <a:xfrm>
            <a:off x="6248400" y="1917700"/>
            <a:ext cx="1224062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ampul-pil"/>
          <p:cNvSpPr txBox="1"/>
          <p:nvPr/>
        </p:nvSpPr>
        <p:spPr>
          <a:xfrm>
            <a:off x="6248400" y="1917700"/>
            <a:ext cx="1224062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3446C8"/>
                </a:solidFill>
                <a:latin typeface="Segoe UI"/>
              </a:rPr>
              <a:t>BAGIAN 01</a:t>
            </a:r>
          </a:p>
        </p:txBody>
      </p:sp>
      <p:sp>
        <p:nvSpPr>
          <p:cNvPr id="7" name="!!judul-utama"/>
          <p:cNvSpPr txBox="1"/>
          <p:nvPr/>
        </p:nvSpPr>
        <p:spPr>
          <a:xfrm>
            <a:off x="6248400" y="2438400"/>
            <a:ext cx="4648200" cy="1243409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00"/>
              </a:lnSpc>
            </a:pPr>
            <a:r>
              <a:rPr sz="4800" b="1" i="0" spc="-120">
                <a:solidFill>
                  <a:srgbClr val="0D1F45"/>
                </a:solidFill>
                <a:latin typeface="Segoe UI"/>
              </a:rPr>
              <a:t>⟨Konsep Dasar⟩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846909"/>
            <a:ext cx="4648200" cy="61297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D1F45"/>
                </a:solidFill>
                <a:latin typeface="Segoe UI"/>
              </a:rPr>
              <a:t>⟨Satu kalimat tentang apa yang dibahas di bagian ini.⟩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0" y="4713883"/>
            <a:ext cx="1236563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0" y="4713883"/>
            <a:ext cx="1236563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0" i="0" spc="44">
                <a:solidFill>
                  <a:srgbClr val="0D1F45"/>
                </a:solidFill>
                <a:latin typeface="Segoe UI"/>
              </a:rPr>
              <a:t>⟨Subtopik 1⟩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6563" y="4713883"/>
            <a:ext cx="1268313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6563" y="4713883"/>
            <a:ext cx="1268313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0" i="0" spc="44">
                <a:solidFill>
                  <a:srgbClr val="0D1F45"/>
                </a:solidFill>
                <a:latin typeface="Segoe UI"/>
              </a:rPr>
              <a:t>⟨Subtopik 2⟩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5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5111254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05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3828554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3446C8"/>
                </a:solidFill>
                <a:latin typeface="Segoe UI"/>
              </a:rPr>
              <a:t>BAGIAN 01 · DEFINISI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3828554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0D1F45"/>
                </a:solidFill>
                <a:latin typeface="Segoe UI"/>
              </a:rPr>
              <a:t>⟨Apa itu istilah kunci?⟩</a:t>
            </a:r>
          </a:p>
        </p:txBody>
      </p:sp>
      <p:sp>
        <p:nvSpPr>
          <p:cNvPr id="7" name="!!kartu-utama"/>
          <p:cNvSpPr/>
          <p:nvPr/>
        </p:nvSpPr>
        <p:spPr>
          <a:xfrm>
            <a:off x="762000" y="1841500"/>
            <a:ext cx="10668000" cy="3937000"/>
          </a:xfrm>
          <a:prstGeom prst="roundRect">
            <a:avLst>
              <a:gd name="adj" fmla="val 7096"/>
            </a:avLst>
          </a:prstGeom>
          <a:gradFill rotWithShape="1">
            <a:gsLst>
              <a:gs pos="0">
                <a:srgbClr val="FFFFFF">
                  <a:alpha val="84000"/>
                </a:srgbClr>
              </a:gs>
              <a:gs pos="55000">
                <a:srgbClr val="FFFFFF">
                  <a:alpha val="60000"/>
                </a:srgbClr>
              </a:gs>
              <a:gs pos="100000">
                <a:srgbClr val="FFFFFF">
                  <a:alpha val="70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270000" y="2247900"/>
            <a:ext cx="1054894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2247900"/>
            <a:ext cx="1054894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3446C8"/>
                </a:solidFill>
                <a:latin typeface="Segoe UI"/>
              </a:rPr>
              <a:t>DEFINISI</a:t>
            </a:r>
          </a:p>
        </p:txBody>
      </p:sp>
      <p:sp>
        <p:nvSpPr>
          <p:cNvPr id="10" name="!!judul-utama"/>
          <p:cNvSpPr txBox="1"/>
          <p:nvPr/>
        </p:nvSpPr>
        <p:spPr>
          <a:xfrm>
            <a:off x="1270000" y="2755900"/>
            <a:ext cx="9652000" cy="67359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300"/>
              </a:lnSpc>
            </a:pPr>
            <a:r>
              <a:rPr sz="5200" b="1" i="0" spc="-130">
                <a:solidFill>
                  <a:srgbClr val="0D1F45"/>
                </a:solidFill>
                <a:latin typeface="Segoe UI"/>
              </a:rPr>
              <a:t>⟨Istilah Kunci⟩</a:t>
            </a:r>
          </a:p>
        </p:txBody>
      </p:sp>
      <p:pic>
        <p:nvPicPr>
          <p:cNvPr id="11" name="Picture 10" descr="s05-k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3619996"/>
            <a:ext cx="1143000" cy="38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0000" y="3861296"/>
            <a:ext cx="8763000" cy="685205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900" b="0" i="0">
                <a:solidFill>
                  <a:srgbClr val="0D1F45"/>
                </a:solidFill>
                <a:latin typeface="Segoe UI"/>
              </a:rPr>
              <a:t>⟨Tulis definisi 1–2 kalimat dari sumber utama, lalu jelaskan maknanya dengan bahasa kelompok sendiri.⟩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4686201"/>
            <a:ext cx="9652000" cy="23108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2C4570"/>
                </a:solidFill>
                <a:latin typeface="Segoe UI"/>
              </a:rPr>
              <a:t>— ⟨Nama Penulis (Tahun), hlm. xx⟩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6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6158706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05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4876006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3446C8"/>
                </a:solidFill>
                <a:latin typeface="Segoe UI"/>
              </a:rPr>
              <a:t>BAGIAN 01 · POIN PENTING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4876006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0D1F45"/>
                </a:solidFill>
                <a:latin typeface="Segoe UI"/>
              </a:rPr>
              <a:t>⟨Tiga hal yang perlu diingat⟩</a:t>
            </a:r>
          </a:p>
        </p:txBody>
      </p:sp>
      <p:sp>
        <p:nvSpPr>
          <p:cNvPr id="7" name="!!poin-1"/>
          <p:cNvSpPr/>
          <p:nvPr/>
        </p:nvSpPr>
        <p:spPr>
          <a:xfrm>
            <a:off x="1651000" y="1905000"/>
            <a:ext cx="8890000" cy="1016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06-k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120900"/>
            <a:ext cx="584200" cy="584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05100" y="2259707"/>
            <a:ext cx="5830590" cy="3064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D1F45"/>
                </a:solidFill>
                <a:latin typeface="Segoe UI"/>
              </a:rPr>
              <a:t>⟨Poin pertama, tulis maksimal 12 kata.⟩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1590" y="2247900"/>
            <a:ext cx="153541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1590" y="2247900"/>
            <a:ext cx="1535410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3446C8"/>
                </a:solidFill>
                <a:latin typeface="Segoe UI"/>
              </a:rPr>
              <a:t>⟨KATA KUNCI⟩</a:t>
            </a:r>
          </a:p>
        </p:txBody>
      </p:sp>
      <p:sp>
        <p:nvSpPr>
          <p:cNvPr id="12" name="!!poin-2"/>
          <p:cNvSpPr/>
          <p:nvPr/>
        </p:nvSpPr>
        <p:spPr>
          <a:xfrm>
            <a:off x="1651000" y="3111500"/>
            <a:ext cx="8890000" cy="1016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s06-k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3327400"/>
            <a:ext cx="584200" cy="584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05100" y="3466207"/>
            <a:ext cx="5830590" cy="3064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D1F45"/>
                </a:solidFill>
                <a:latin typeface="Segoe UI"/>
              </a:rPr>
              <a:t>⟨Poin kedua, tulis maksimal 12 kata.⟩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1590" y="3454400"/>
            <a:ext cx="153541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1590" y="3454400"/>
            <a:ext cx="1535410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3446C8"/>
                </a:solidFill>
                <a:latin typeface="Segoe UI"/>
              </a:rPr>
              <a:t>⟨KATA KUNCI⟩</a:t>
            </a:r>
          </a:p>
        </p:txBody>
      </p:sp>
      <p:sp>
        <p:nvSpPr>
          <p:cNvPr id="17" name="!!poin-3"/>
          <p:cNvSpPr/>
          <p:nvPr/>
        </p:nvSpPr>
        <p:spPr>
          <a:xfrm>
            <a:off x="1651000" y="4318000"/>
            <a:ext cx="8890000" cy="1016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14286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06-k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533900"/>
            <a:ext cx="584200" cy="584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05100" y="4672707"/>
            <a:ext cx="5830590" cy="3064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D1F45"/>
                </a:solidFill>
                <a:latin typeface="Segoe UI"/>
              </a:rPr>
              <a:t>⟨Poin ketiga, tulis maksimal 12 kata.⟩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1590" y="4660900"/>
            <a:ext cx="153541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1590" y="4660900"/>
            <a:ext cx="1535410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3446C8"/>
                </a:solidFill>
                <a:latin typeface="Segoe UI"/>
              </a:rPr>
              <a:t>⟨KATA KUNCI⟩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7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rtu-utama"/>
          <p:cNvSpPr/>
          <p:nvPr/>
        </p:nvSpPr>
        <p:spPr>
          <a:xfrm>
            <a:off x="889000" y="1524000"/>
            <a:ext cx="5461000" cy="3810000"/>
          </a:xfrm>
          <a:prstGeom prst="roundRect">
            <a:avLst>
              <a:gd name="adj" fmla="val 7333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sampul-pil-pil"/>
          <p:cNvSpPr/>
          <p:nvPr/>
        </p:nvSpPr>
        <p:spPr>
          <a:xfrm>
            <a:off x="1295400" y="1917700"/>
            <a:ext cx="1255812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ampul-pil"/>
          <p:cNvSpPr txBox="1"/>
          <p:nvPr/>
        </p:nvSpPr>
        <p:spPr>
          <a:xfrm>
            <a:off x="1295400" y="1917700"/>
            <a:ext cx="1255812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B8305F"/>
                </a:solidFill>
                <a:latin typeface="Segoe UI"/>
              </a:rPr>
              <a:t>BAGIAN 02</a:t>
            </a:r>
          </a:p>
        </p:txBody>
      </p:sp>
      <p:sp>
        <p:nvSpPr>
          <p:cNvPr id="6" name="!!judul-utama"/>
          <p:cNvSpPr txBox="1"/>
          <p:nvPr/>
        </p:nvSpPr>
        <p:spPr>
          <a:xfrm>
            <a:off x="1295400" y="2438400"/>
            <a:ext cx="4648200" cy="621705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4900"/>
              </a:lnSpc>
            </a:pPr>
            <a:r>
              <a:rPr sz="4800" b="1" i="0" spc="-120">
                <a:solidFill>
                  <a:srgbClr val="3E0F27"/>
                </a:solidFill>
                <a:latin typeface="Segoe UI"/>
              </a:rPr>
              <a:t>⟨Pembahasan⟩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225205"/>
            <a:ext cx="4648200" cy="61297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3E0F27"/>
                </a:solidFill>
                <a:latin typeface="Segoe UI"/>
              </a:rPr>
              <a:t>⟨Satu kalimat tentang apa yang dibahas di bagian ini.⟩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5400" y="4092178"/>
            <a:ext cx="1236563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5400" y="4092178"/>
            <a:ext cx="1236563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0" i="0" spc="44">
                <a:solidFill>
                  <a:srgbClr val="3E0F27"/>
                </a:solidFill>
                <a:latin typeface="Segoe UI"/>
              </a:rPr>
              <a:t>⟨Subtopik 1⟩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563" y="4092178"/>
            <a:ext cx="1268313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563" y="4092178"/>
            <a:ext cx="1268313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0" i="0" spc="44">
                <a:solidFill>
                  <a:srgbClr val="3E0F27"/>
                </a:solidFill>
                <a:latin typeface="Segoe UI"/>
              </a:rPr>
              <a:t>⟨Subtopik 2⟩</a:t>
            </a:r>
          </a:p>
        </p:txBody>
      </p:sp>
      <p:pic>
        <p:nvPicPr>
          <p:cNvPr id="12" name="!!kartu-b2" descr="s07-k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603250"/>
            <a:ext cx="3901439" cy="548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8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5960963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08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4678263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B8305F"/>
                </a:solidFill>
                <a:latin typeface="Segoe UI"/>
              </a:rPr>
              <a:t>BAGIAN 02 · TAHAPAN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4678263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3E0F27"/>
                </a:solidFill>
                <a:latin typeface="Segoe UI"/>
              </a:rPr>
              <a:t>⟨Langkah-langkah utama⟩</a:t>
            </a:r>
          </a:p>
        </p:txBody>
      </p:sp>
      <p:pic>
        <p:nvPicPr>
          <p:cNvPr id="7" name="Picture 6" descr="s08-k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2419350"/>
            <a:ext cx="8255000" cy="114300"/>
          </a:xfrm>
          <a:prstGeom prst="rect">
            <a:avLst/>
          </a:prstGeom>
        </p:spPr>
      </p:pic>
      <p:pic>
        <p:nvPicPr>
          <p:cNvPr id="8" name="Picture 7" descr="s08-k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2184400"/>
            <a:ext cx="584200" cy="584200"/>
          </a:xfrm>
          <a:prstGeom prst="rect">
            <a:avLst/>
          </a:prstGeom>
        </p:spPr>
      </p:pic>
      <p:pic>
        <p:nvPicPr>
          <p:cNvPr id="9" name="Picture 8" descr="s08-k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950" y="2184400"/>
            <a:ext cx="584200" cy="584200"/>
          </a:xfrm>
          <a:prstGeom prst="rect">
            <a:avLst/>
          </a:prstGeom>
        </p:spPr>
      </p:pic>
      <p:pic>
        <p:nvPicPr>
          <p:cNvPr id="10" name="Picture 9" descr="s08-k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850" y="2184400"/>
            <a:ext cx="584200" cy="584200"/>
          </a:xfrm>
          <a:prstGeom prst="rect">
            <a:avLst/>
          </a:prstGeom>
        </p:spPr>
      </p:pic>
      <p:pic>
        <p:nvPicPr>
          <p:cNvPr id="11" name="Picture 10" descr="s08-k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400" y="2184400"/>
            <a:ext cx="584200" cy="584200"/>
          </a:xfrm>
          <a:prstGeom prst="rect">
            <a:avLst/>
          </a:prstGeom>
        </p:spPr>
      </p:pic>
      <p:sp>
        <p:nvSpPr>
          <p:cNvPr id="12" name="!!langkah-1"/>
          <p:cNvSpPr/>
          <p:nvPr/>
        </p:nvSpPr>
        <p:spPr>
          <a:xfrm>
            <a:off x="698500" y="3048000"/>
            <a:ext cx="2540000" cy="2540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9800" y="3302000"/>
            <a:ext cx="2057400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B8305F"/>
                </a:solidFill>
                <a:latin typeface="Segoe UI"/>
              </a:rPr>
              <a:t>LANGKAH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3568700"/>
            <a:ext cx="2057400" cy="55483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1900" b="1" i="0">
                <a:solidFill>
                  <a:srgbClr val="3E0F27"/>
                </a:solidFill>
                <a:latin typeface="Segoe UI"/>
              </a:rPr>
              <a:t>⟨Nama langkah⟩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212431"/>
            <a:ext cx="2057400" cy="46216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6A3049"/>
                </a:solidFill>
                <a:latin typeface="Segoe UI"/>
              </a:rPr>
              <a:t>⟨Penjelasan singkat, maksimal 10 kata.⟩</a:t>
            </a:r>
          </a:p>
        </p:txBody>
      </p:sp>
      <p:sp>
        <p:nvSpPr>
          <p:cNvPr id="16" name="!!langkah-2"/>
          <p:cNvSpPr/>
          <p:nvPr/>
        </p:nvSpPr>
        <p:spPr>
          <a:xfrm>
            <a:off x="3448050" y="3048000"/>
            <a:ext cx="2540000" cy="2540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89350" y="3302000"/>
            <a:ext cx="2057400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B8305F"/>
                </a:solidFill>
                <a:latin typeface="Segoe UI"/>
              </a:rPr>
              <a:t>LANGKAH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9350" y="3568700"/>
            <a:ext cx="2057400" cy="55483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1900" b="1" i="0">
                <a:solidFill>
                  <a:srgbClr val="3E0F27"/>
                </a:solidFill>
                <a:latin typeface="Segoe UI"/>
              </a:rPr>
              <a:t>⟨Nama langkah⟩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9350" y="4212431"/>
            <a:ext cx="2057400" cy="46216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6A3049"/>
                </a:solidFill>
                <a:latin typeface="Segoe UI"/>
              </a:rPr>
              <a:t>⟨Penjelasan singkat, maksimal 10 kata.⟩</a:t>
            </a:r>
          </a:p>
        </p:txBody>
      </p:sp>
      <p:sp>
        <p:nvSpPr>
          <p:cNvPr id="20" name="!!langkah-3"/>
          <p:cNvSpPr/>
          <p:nvPr/>
        </p:nvSpPr>
        <p:spPr>
          <a:xfrm>
            <a:off x="6203950" y="3048000"/>
            <a:ext cx="2540000" cy="2540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45250" y="3302000"/>
            <a:ext cx="2057400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B8305F"/>
                </a:solidFill>
                <a:latin typeface="Segoe UI"/>
              </a:rPr>
              <a:t>LANGKAH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5250" y="3568700"/>
            <a:ext cx="2057400" cy="55483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1900" b="1" i="0">
                <a:solidFill>
                  <a:srgbClr val="3E0F27"/>
                </a:solidFill>
                <a:latin typeface="Segoe UI"/>
              </a:rPr>
              <a:t>⟨Nama langkah⟩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5250" y="4212431"/>
            <a:ext cx="2057400" cy="46216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6A3049"/>
                </a:solidFill>
                <a:latin typeface="Segoe UI"/>
              </a:rPr>
              <a:t>⟨Penjelasan singkat, maksimal 10 kata.⟩</a:t>
            </a:r>
          </a:p>
        </p:txBody>
      </p:sp>
      <p:sp>
        <p:nvSpPr>
          <p:cNvPr id="24" name="!!langkah-4"/>
          <p:cNvSpPr/>
          <p:nvPr/>
        </p:nvSpPr>
        <p:spPr>
          <a:xfrm>
            <a:off x="8953500" y="3048000"/>
            <a:ext cx="2540000" cy="2540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94800" y="3302000"/>
            <a:ext cx="2057400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B8305F"/>
                </a:solidFill>
                <a:latin typeface="Segoe UI"/>
              </a:rPr>
              <a:t>LANGKAH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800" y="3568700"/>
            <a:ext cx="2057400" cy="55483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1900" b="1" i="0">
                <a:solidFill>
                  <a:srgbClr val="3E0F27"/>
                </a:solidFill>
                <a:latin typeface="Segoe UI"/>
              </a:rPr>
              <a:t>⟨Nama langkah⟩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800" y="4212431"/>
            <a:ext cx="2057400" cy="46216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6A3049"/>
                </a:solidFill>
                <a:latin typeface="Segoe UI"/>
              </a:rPr>
              <a:t>⟨Penjelasan singkat, maksimal 10 kata.⟩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9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3957439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08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2674739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B8305F"/>
                </a:solidFill>
                <a:latin typeface="Segoe UI"/>
              </a:rPr>
              <a:t>BAGIAN 02 · PERBANDINGAN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2674739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3E0F27"/>
                </a:solidFill>
                <a:latin typeface="Segoe UI"/>
              </a:rPr>
              <a:t>⟨A dibanding B⟩</a:t>
            </a:r>
          </a:p>
        </p:txBody>
      </p:sp>
      <p:sp>
        <p:nvSpPr>
          <p:cNvPr id="7" name="!!banding-a"/>
          <p:cNvSpPr/>
          <p:nvPr/>
        </p:nvSpPr>
        <p:spPr>
          <a:xfrm>
            <a:off x="762000" y="1841500"/>
            <a:ext cx="5016500" cy="3937000"/>
          </a:xfrm>
          <a:prstGeom prst="roundRect">
            <a:avLst>
              <a:gd name="adj" fmla="val 7741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04900" y="2159000"/>
            <a:ext cx="992088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2159000"/>
            <a:ext cx="992088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B8305F"/>
                </a:solidFill>
                <a:latin typeface="Segoe UI"/>
              </a:rPr>
              <a:t>⟨SISI A⟩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654300"/>
            <a:ext cx="4330700" cy="36314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850"/>
              </a:lnSpc>
            </a:pPr>
            <a:r>
              <a:rPr sz="2600" b="1" i="0">
                <a:solidFill>
                  <a:srgbClr val="3E0F27"/>
                </a:solidFill>
                <a:latin typeface="Segoe UI"/>
              </a:rPr>
              <a:t>⟨Nama A⟩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207941"/>
            <a:ext cx="4330700" cy="112752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 marL="317500" indent="-317500">
              <a:lnSpc>
                <a:spcPts val="2150"/>
              </a:lnSpc>
              <a:spcAft>
                <a:spcPts val="1200"/>
              </a:spcAft>
              <a:buClr>
                <a:srgbClr val="F0679F"/>
              </a:buClr>
              <a:buSzPct val="90000"/>
              <a:buFont typeface="Arial"/>
              <a:buChar char="●"/>
            </a:pPr>
            <a:r>
              <a:rPr sz="1600" b="0" i="0">
                <a:solidFill>
                  <a:srgbClr val="3E0F27"/>
                </a:solidFill>
                <a:latin typeface="Segoe UI"/>
              </a:rPr>
              <a:t>⟨Ciri pertama⟩</a:t>
            </a:r>
          </a:p>
          <a:p>
            <a:pPr algn="l" marL="317500" indent="-317500">
              <a:lnSpc>
                <a:spcPts val="2150"/>
              </a:lnSpc>
              <a:spcAft>
                <a:spcPts val="1200"/>
              </a:spcAft>
              <a:buClr>
                <a:srgbClr val="F0679F"/>
              </a:buClr>
              <a:buSzPct val="90000"/>
              <a:buFont typeface="Arial"/>
              <a:buChar char="●"/>
            </a:pPr>
            <a:r>
              <a:rPr sz="1600" b="0" i="0">
                <a:solidFill>
                  <a:srgbClr val="3E0F27"/>
                </a:solidFill>
                <a:latin typeface="Segoe UI"/>
              </a:rPr>
              <a:t>⟨Ciri kedua⟩</a:t>
            </a:r>
          </a:p>
          <a:p>
            <a:pPr algn="l" marL="317500" indent="-317500">
              <a:lnSpc>
                <a:spcPts val="2150"/>
              </a:lnSpc>
              <a:spcAft>
                <a:spcPts val="1200"/>
              </a:spcAft>
              <a:buClr>
                <a:srgbClr val="F0679F"/>
              </a:buClr>
              <a:buSzPct val="90000"/>
              <a:buFont typeface="Arial"/>
              <a:buChar char="●"/>
            </a:pPr>
            <a:r>
              <a:rPr sz="1600" b="0" i="0">
                <a:solidFill>
                  <a:srgbClr val="3E0F27"/>
                </a:solidFill>
                <a:latin typeface="Segoe UI"/>
              </a:rPr>
              <a:t>⟨Ciri ketiga⟩</a:t>
            </a:r>
          </a:p>
        </p:txBody>
      </p:sp>
      <p:sp>
        <p:nvSpPr>
          <p:cNvPr id="12" name="!!banding-b"/>
          <p:cNvSpPr/>
          <p:nvPr/>
        </p:nvSpPr>
        <p:spPr>
          <a:xfrm>
            <a:off x="6413500" y="1841500"/>
            <a:ext cx="5016500" cy="3937000"/>
          </a:xfrm>
          <a:prstGeom prst="roundRect">
            <a:avLst>
              <a:gd name="adj" fmla="val 7741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781E3C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756400" y="2159000"/>
            <a:ext cx="985738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6400" y="2159000"/>
            <a:ext cx="985738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B8305F"/>
                </a:solidFill>
                <a:latin typeface="Segoe UI"/>
              </a:rPr>
              <a:t>⟨SISI B⟩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0" y="2654300"/>
            <a:ext cx="4330700" cy="36314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850"/>
              </a:lnSpc>
            </a:pPr>
            <a:r>
              <a:rPr sz="2600" b="1" i="0">
                <a:solidFill>
                  <a:srgbClr val="3E0F27"/>
                </a:solidFill>
                <a:latin typeface="Segoe UI"/>
              </a:rPr>
              <a:t>⟨Nama B⟩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6400" y="3207941"/>
            <a:ext cx="4330700" cy="112752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 marL="317500" indent="-317500">
              <a:lnSpc>
                <a:spcPts val="2150"/>
              </a:lnSpc>
              <a:spcAft>
                <a:spcPts val="1200"/>
              </a:spcAft>
              <a:buClr>
                <a:srgbClr val="F0679F"/>
              </a:buClr>
              <a:buSzPct val="90000"/>
              <a:buFont typeface="Arial"/>
              <a:buChar char="●"/>
            </a:pPr>
            <a:r>
              <a:rPr sz="1600" b="0" i="0">
                <a:solidFill>
                  <a:srgbClr val="3E0F27"/>
                </a:solidFill>
                <a:latin typeface="Segoe UI"/>
              </a:rPr>
              <a:t>⟨Ciri pertama⟩</a:t>
            </a:r>
          </a:p>
          <a:p>
            <a:pPr algn="l" marL="317500" indent="-317500">
              <a:lnSpc>
                <a:spcPts val="2150"/>
              </a:lnSpc>
              <a:spcAft>
                <a:spcPts val="1200"/>
              </a:spcAft>
              <a:buClr>
                <a:srgbClr val="F0679F"/>
              </a:buClr>
              <a:buSzPct val="90000"/>
              <a:buFont typeface="Arial"/>
              <a:buChar char="●"/>
            </a:pPr>
            <a:r>
              <a:rPr sz="1600" b="0" i="0">
                <a:solidFill>
                  <a:srgbClr val="3E0F27"/>
                </a:solidFill>
                <a:latin typeface="Segoe UI"/>
              </a:rPr>
              <a:t>⟨Ciri kedua⟩</a:t>
            </a:r>
          </a:p>
          <a:p>
            <a:pPr algn="l" marL="317500" indent="-317500">
              <a:lnSpc>
                <a:spcPts val="2150"/>
              </a:lnSpc>
              <a:spcAft>
                <a:spcPts val="1200"/>
              </a:spcAft>
              <a:buClr>
                <a:srgbClr val="F0679F"/>
              </a:buClr>
              <a:buSzPct val="90000"/>
              <a:buFont typeface="Arial"/>
              <a:buChar char="●"/>
            </a:pPr>
            <a:r>
              <a:rPr sz="1600" b="0" i="0">
                <a:solidFill>
                  <a:srgbClr val="3E0F27"/>
                </a:solidFill>
                <a:latin typeface="Segoe UI"/>
              </a:rPr>
              <a:t>⟨Ciri ketiga⟩</a:t>
            </a:r>
          </a:p>
        </p:txBody>
      </p:sp>
      <p:pic>
        <p:nvPicPr>
          <p:cNvPr id="17" name="Picture 16" descr="s09-k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3333750"/>
            <a:ext cx="952500" cy="952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10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kartu-b3" descr="s10-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603250"/>
            <a:ext cx="3901440" cy="5486400"/>
          </a:xfrm>
          <a:prstGeom prst="rect">
            <a:avLst/>
          </a:prstGeom>
        </p:spPr>
      </p:pic>
      <p:sp>
        <p:nvSpPr>
          <p:cNvPr id="4" name="!!kartu-utama"/>
          <p:cNvSpPr/>
          <p:nvPr/>
        </p:nvSpPr>
        <p:spPr>
          <a:xfrm>
            <a:off x="5842000" y="1524000"/>
            <a:ext cx="5461000" cy="3810000"/>
          </a:xfrm>
          <a:prstGeom prst="roundRect">
            <a:avLst>
              <a:gd name="adj" fmla="val 7333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sampul-pil-pil"/>
          <p:cNvSpPr/>
          <p:nvPr/>
        </p:nvSpPr>
        <p:spPr>
          <a:xfrm>
            <a:off x="6248400" y="1917700"/>
            <a:ext cx="1255812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ampul-pil"/>
          <p:cNvSpPr txBox="1"/>
          <p:nvPr/>
        </p:nvSpPr>
        <p:spPr>
          <a:xfrm>
            <a:off x="6248400" y="1917700"/>
            <a:ext cx="1255812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1" i="0" spc="132">
                <a:solidFill>
                  <a:srgbClr val="17768E"/>
                </a:solidFill>
                <a:latin typeface="Segoe UI"/>
              </a:rPr>
              <a:t>BAGIAN 03</a:t>
            </a:r>
          </a:p>
        </p:txBody>
      </p:sp>
      <p:sp>
        <p:nvSpPr>
          <p:cNvPr id="7" name="!!judul-utama"/>
          <p:cNvSpPr txBox="1"/>
          <p:nvPr/>
        </p:nvSpPr>
        <p:spPr>
          <a:xfrm>
            <a:off x="6248400" y="2438400"/>
            <a:ext cx="4648200" cy="621705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4900"/>
              </a:lnSpc>
            </a:pPr>
            <a:r>
              <a:rPr sz="4800" b="1" i="0" spc="-120">
                <a:solidFill>
                  <a:srgbClr val="0A2B35"/>
                </a:solidFill>
                <a:latin typeface="Segoe UI"/>
              </a:rPr>
              <a:t>⟨Penutup⟩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225205"/>
            <a:ext cx="4648200" cy="61297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A2B35"/>
                </a:solidFill>
                <a:latin typeface="Segoe UI"/>
              </a:rPr>
              <a:t>⟨Satu kalimat tentang apa yang dibahas di bagian ini.⟩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0" y="4092178"/>
            <a:ext cx="1243409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0" y="4092178"/>
            <a:ext cx="1243409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0" i="0" spc="44">
                <a:solidFill>
                  <a:srgbClr val="0A2B35"/>
                </a:solidFill>
                <a:latin typeface="Segoe UI"/>
              </a:rPr>
              <a:t>Kesimpulan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3409" y="4092178"/>
            <a:ext cx="1500684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58000"/>
                </a:srgbClr>
              </a:gs>
            </a:gsLst>
            <a:lin ang="5400000" scaled="0"/>
          </a:gradFill>
          <a:ln w="15875">
            <a:solidFill>
              <a:srgbClr val="FFFFFF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3409" y="4092178"/>
            <a:ext cx="1500684" cy="330200"/>
          </a:xfrm>
          <a:prstGeom prst="rect">
            <a:avLst/>
          </a:prstGeom>
          <a:noFill/>
        </p:spPr>
        <p:txBody>
          <a:bodyPr wrap="none" tIns="0" rIns="165100" bIns="0" lIns="165100" anchor="ctr">
            <a:noAutofit/>
          </a:bodyPr>
          <a:lstStyle/>
          <a:p>
            <a:pPr algn="l"/>
            <a:r>
              <a:rPr sz="1100" b="0" i="0" spc="44">
                <a:solidFill>
                  <a:srgbClr val="0A2B35"/>
                </a:solidFill>
                <a:latin typeface="Segoe UI"/>
              </a:rPr>
              <a:t>Daftar Pustaka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1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5039519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11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3756819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17768E"/>
                </a:solidFill>
                <a:latin typeface="Segoe UI"/>
              </a:rPr>
              <a:t>BAGIAN 03 · KESIMPULAN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3756819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0A2B35"/>
                </a:solidFill>
                <a:latin typeface="Segoe UI"/>
              </a:rPr>
              <a:t>Yang kami simpulkan</a:t>
            </a:r>
          </a:p>
        </p:txBody>
      </p:sp>
      <p:sp>
        <p:nvSpPr>
          <p:cNvPr id="7" name="!!simpul-1"/>
          <p:cNvSpPr/>
          <p:nvPr/>
        </p:nvSpPr>
        <p:spPr>
          <a:xfrm>
            <a:off x="762000" y="1778000"/>
            <a:ext cx="3302000" cy="254000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11-k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0" y="2082800"/>
            <a:ext cx="584200" cy="584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4100" y="2882900"/>
            <a:ext cx="2717800" cy="61297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A2B35"/>
                </a:solidFill>
                <a:latin typeface="Segoe UI"/>
              </a:rPr>
              <a:t>⟨Kesimpulan pertama dalam satu kalimat.⟩</a:t>
            </a:r>
          </a:p>
        </p:txBody>
      </p:sp>
      <p:sp>
        <p:nvSpPr>
          <p:cNvPr id="10" name="!!simpul-2"/>
          <p:cNvSpPr/>
          <p:nvPr/>
        </p:nvSpPr>
        <p:spPr>
          <a:xfrm>
            <a:off x="4445000" y="1778000"/>
            <a:ext cx="3302000" cy="254000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11-k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00" y="2082800"/>
            <a:ext cx="584200" cy="584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7100" y="2882900"/>
            <a:ext cx="2717800" cy="61297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A2B35"/>
                </a:solidFill>
                <a:latin typeface="Segoe UI"/>
              </a:rPr>
              <a:t>⟨Kesimpulan kedua dalam satu kalimat.⟩</a:t>
            </a:r>
          </a:p>
        </p:txBody>
      </p:sp>
      <p:sp>
        <p:nvSpPr>
          <p:cNvPr id="13" name="!!simpul-3"/>
          <p:cNvSpPr/>
          <p:nvPr/>
        </p:nvSpPr>
        <p:spPr>
          <a:xfrm>
            <a:off x="8128000" y="1778000"/>
            <a:ext cx="3302000" cy="254000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s11-k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2082800"/>
            <a:ext cx="584200" cy="584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0100" y="2882900"/>
            <a:ext cx="2717800" cy="61297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0A2B35"/>
                </a:solidFill>
                <a:latin typeface="Segoe UI"/>
              </a:rPr>
              <a:t>⟨Kesimpulan ketiga dalam satu kalimat.⟩</a:t>
            </a:r>
          </a:p>
        </p:txBody>
      </p:sp>
      <p:sp>
        <p:nvSpPr>
          <p:cNvPr id="16" name="!!inti"/>
          <p:cNvSpPr/>
          <p:nvPr/>
        </p:nvSpPr>
        <p:spPr>
          <a:xfrm>
            <a:off x="762000" y="4572000"/>
            <a:ext cx="10668000" cy="1143000"/>
          </a:xfrm>
          <a:prstGeom prst="roundRect">
            <a:avLst>
              <a:gd name="adj" fmla="val 24444"/>
            </a:avLst>
          </a:prstGeom>
          <a:gradFill rotWithShape="1">
            <a:gsLst>
              <a:gs pos="0">
                <a:srgbClr val="B0DBE4">
                  <a:alpha val="78000"/>
                </a:srgbClr>
              </a:gs>
              <a:gs pos="100000">
                <a:srgbClr val="FFFFFF">
                  <a:alpha val="45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882205" y="4992588"/>
            <a:ext cx="6427490" cy="30172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400"/>
              </a:lnSpc>
            </a:pPr>
            <a:r>
              <a:rPr sz="2200" b="1" i="0" spc="-33">
                <a:solidFill>
                  <a:srgbClr val="0A2B35"/>
                </a:solidFill>
                <a:latin typeface="Segoe UI"/>
              </a:rPr>
              <a:t>⟨Satu kalimat inti yang ingin diingat audiens.⟩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12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kapsul"/>
          <p:cNvSpPr/>
          <p:nvPr/>
        </p:nvSpPr>
        <p:spPr>
          <a:xfrm>
            <a:off x="762000" y="419100"/>
            <a:ext cx="3852366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swatch" descr="s11-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635000"/>
            <a:ext cx="520700" cy="520700"/>
          </a:xfrm>
          <a:prstGeom prst="rect">
            <a:avLst/>
          </a:prstGeom>
        </p:spPr>
      </p:pic>
      <p:sp>
        <p:nvSpPr>
          <p:cNvPr id="5" name="!!kapsul-label"/>
          <p:cNvSpPr txBox="1"/>
          <p:nvPr/>
        </p:nvSpPr>
        <p:spPr>
          <a:xfrm>
            <a:off x="1689100" y="602258"/>
            <a:ext cx="2569666" cy="1905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17768E"/>
                </a:solidFill>
                <a:latin typeface="Segoe UI"/>
              </a:rPr>
              <a:t>BAGIAN 03 · RUJUKAN</a:t>
            </a:r>
          </a:p>
        </p:txBody>
      </p:sp>
      <p:sp>
        <p:nvSpPr>
          <p:cNvPr id="6" name="!!kapsul-judul"/>
          <p:cNvSpPr txBox="1"/>
          <p:nvPr/>
        </p:nvSpPr>
        <p:spPr>
          <a:xfrm>
            <a:off x="1689100" y="818158"/>
            <a:ext cx="2569666" cy="37028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700" b="1" i="0" spc="-40">
                <a:solidFill>
                  <a:srgbClr val="0A2B35"/>
                </a:solidFill>
                <a:latin typeface="Segoe UI"/>
              </a:rPr>
              <a:t>Daftar Pustaka</a:t>
            </a:r>
          </a:p>
        </p:txBody>
      </p:sp>
      <p:sp>
        <p:nvSpPr>
          <p:cNvPr id="7" name="!!kartu-utama"/>
          <p:cNvSpPr/>
          <p:nvPr/>
        </p:nvSpPr>
        <p:spPr>
          <a:xfrm>
            <a:off x="762000" y="1841500"/>
            <a:ext cx="10668000" cy="3937000"/>
          </a:xfrm>
          <a:prstGeom prst="roundRect">
            <a:avLst>
              <a:gd name="adj" fmla="val 7096"/>
            </a:avLst>
          </a:prstGeom>
          <a:gradFill rotWithShape="1">
            <a:gsLst>
              <a:gs pos="0">
                <a:srgbClr val="FFFFFF">
                  <a:alpha val="84000"/>
                </a:srgbClr>
              </a:gs>
              <a:gs pos="55000">
                <a:srgbClr val="FFFFFF">
                  <a:alpha val="60000"/>
                </a:srgbClr>
              </a:gs>
              <a:gs pos="100000">
                <a:srgbClr val="FFFFFF">
                  <a:alpha val="70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0A3C5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70000" y="2247900"/>
            <a:ext cx="9652000" cy="1563291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 marL="406400" indent="-406400">
              <a:lnSpc>
                <a:spcPts val="2100"/>
              </a:lnSpc>
              <a:spcAft>
                <a:spcPts val="1300"/>
              </a:spcAft>
            </a:pPr>
            <a:r>
              <a:rPr sz="1450" b="0" i="0">
                <a:solidFill>
                  <a:srgbClr val="0A2B35"/>
                </a:solidFill>
                <a:latin typeface="Segoe UI"/>
              </a:rPr>
              <a:t>⟨Penulis, A. A. (Tahun). </a:t>
            </a:r>
            <a:r>
              <a:rPr sz="1450" b="0" i="1">
                <a:solidFill>
                  <a:srgbClr val="0A2B35"/>
                </a:solidFill>
                <a:latin typeface="Segoe UI"/>
              </a:rPr>
              <a:t>Judul buku materi pokok</a:t>
            </a:r>
            <a:r>
              <a:rPr sz="1450" b="0" i="0">
                <a:solidFill>
                  <a:srgbClr val="0A2B35"/>
                </a:solidFill>
                <a:latin typeface="Segoe UI"/>
              </a:rPr>
              <a:t> (Edisi ke-x). Universitas Terbuka.⟩</a:t>
            </a:r>
          </a:p>
          <a:p>
            <a:pPr algn="l" marL="406400" indent="-406400">
              <a:lnSpc>
                <a:spcPts val="2100"/>
              </a:lnSpc>
              <a:spcAft>
                <a:spcPts val="1300"/>
              </a:spcAft>
            </a:pPr>
            <a:r>
              <a:rPr sz="1450" b="0" i="0">
                <a:solidFill>
                  <a:srgbClr val="0A2B35"/>
                </a:solidFill>
                <a:latin typeface="Segoe UI"/>
              </a:rPr>
              <a:t>⟨Penulis, B. (Tahun). Judul artikel. </a:t>
            </a:r>
            <a:r>
              <a:rPr sz="1450" b="0" i="1">
                <a:solidFill>
                  <a:srgbClr val="0A2B35"/>
                </a:solidFill>
                <a:latin typeface="Segoe UI"/>
              </a:rPr>
              <a:t>Nama Jurnal, Volume</a:t>
            </a:r>
            <a:r>
              <a:rPr sz="1450" b="0" i="0">
                <a:solidFill>
                  <a:srgbClr val="0A2B35"/>
                </a:solidFill>
                <a:latin typeface="Segoe UI"/>
              </a:rPr>
              <a:t>(Nomor), halaman. https://doi.org/xxxx⟩</a:t>
            </a:r>
          </a:p>
          <a:p>
            <a:pPr algn="l" marL="406400" indent="-406400">
              <a:lnSpc>
                <a:spcPts val="2100"/>
              </a:lnSpc>
              <a:spcAft>
                <a:spcPts val="1300"/>
              </a:spcAft>
            </a:pPr>
            <a:r>
              <a:rPr sz="1450" b="0" i="0">
                <a:solidFill>
                  <a:srgbClr val="0A2B35"/>
                </a:solidFill>
                <a:latin typeface="Segoe UI"/>
              </a:rPr>
              <a:t>⟨Penulis, C. (Tahun). </a:t>
            </a:r>
            <a:r>
              <a:rPr sz="1450" b="0" i="1">
                <a:solidFill>
                  <a:srgbClr val="0A2B35"/>
                </a:solidFill>
                <a:latin typeface="Segoe UI"/>
              </a:rPr>
              <a:t>Judul buku</a:t>
            </a:r>
            <a:r>
              <a:rPr sz="1450" b="0" i="0">
                <a:solidFill>
                  <a:srgbClr val="0A2B35"/>
                </a:solidFill>
                <a:latin typeface="Segoe UI"/>
              </a:rPr>
              <a:t>. Penerbit.⟩</a:t>
            </a:r>
          </a:p>
          <a:p>
            <a:pPr algn="l" marL="406400" indent="-406400">
              <a:lnSpc>
                <a:spcPts val="2100"/>
              </a:lnSpc>
              <a:spcAft>
                <a:spcPts val="1300"/>
              </a:spcAft>
            </a:pPr>
            <a:r>
              <a:rPr sz="1450" b="0" i="0">
                <a:solidFill>
                  <a:srgbClr val="0A2B35"/>
                </a:solidFill>
                <a:latin typeface="Segoe UI"/>
              </a:rPr>
              <a:t>⟨Nama Lembaga. (Tahun). </a:t>
            </a:r>
            <a:r>
              <a:rPr sz="1450" b="0" i="1">
                <a:solidFill>
                  <a:srgbClr val="0A2B35"/>
                </a:solidFill>
                <a:latin typeface="Segoe UI"/>
              </a:rPr>
              <a:t>Judul dokumen</a:t>
            </a:r>
            <a:r>
              <a:rPr sz="1450" b="0" i="0">
                <a:solidFill>
                  <a:srgbClr val="0A2B35"/>
                </a:solidFill>
                <a:latin typeface="Segoe UI"/>
              </a:rPr>
              <a:t>. URL⟩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tar 13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mawar" descr="s13-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368300"/>
            <a:ext cx="3771900" cy="3771900"/>
          </a:xfrm>
          <a:prstGeom prst="rect">
            <a:avLst/>
          </a:prstGeom>
        </p:spPr>
      </p:pic>
      <p:sp>
        <p:nvSpPr>
          <p:cNvPr id="4" name="!!kartu-utama"/>
          <p:cNvSpPr/>
          <p:nvPr/>
        </p:nvSpPr>
        <p:spPr>
          <a:xfrm>
            <a:off x="3556000" y="4381500"/>
            <a:ext cx="5080000" cy="1016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70000"/>
                </a:srgbClr>
              </a:gs>
              <a:gs pos="52000">
                <a:srgbClr val="FFFFFF">
                  <a:alpha val="40000"/>
                </a:srgbClr>
              </a:gs>
              <a:gs pos="100000">
                <a:srgbClr val="FFFFFF">
                  <a:alpha val="52000"/>
                </a:srgbClr>
              </a:gs>
            </a:gsLst>
            <a:lin ang="3900000" scaled="0"/>
          </a:gradFill>
          <a:ln w="22225">
            <a:solidFill>
              <a:srgbClr val="FFFFFF">
                <a:alpha val="85000"/>
              </a:srgbClr>
            </a:solidFill>
          </a:ln>
          <a:effectLst>
            <a:outerShdw blurRad="508000" dist="190500" dir="5400000" algn="t" rotWithShape="0">
              <a:srgbClr val="4C1C7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judul-utama"/>
          <p:cNvSpPr txBox="1"/>
          <p:nvPr/>
        </p:nvSpPr>
        <p:spPr>
          <a:xfrm>
            <a:off x="4192885" y="4591546"/>
            <a:ext cx="3806230" cy="595809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4700"/>
              </a:lnSpc>
            </a:pPr>
            <a:r>
              <a:rPr sz="4600" b="1" i="0" spc="-115">
                <a:solidFill>
                  <a:srgbClr val="261040"/>
                </a:solidFill>
                <a:latin typeface="Segoe UI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5562600"/>
            <a:ext cx="8890000" cy="23108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300" b="0" i="0">
                <a:solidFill>
                  <a:srgbClr val="261040"/>
                </a:solidFill>
                <a:latin typeface="Segoe UI"/>
              </a:rPr>
              <a:t>Kelompok ⟨No.⟩ · ⟨Judul Materi⟩ · Sesi tanya jawab kami buka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